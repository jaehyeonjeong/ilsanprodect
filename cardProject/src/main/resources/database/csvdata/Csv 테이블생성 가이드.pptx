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BC3FD-8BF4-8816-E9D1-B1CB26165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CB74F19-F020-68E1-0B64-C3415C0C9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CFE0BC-D67B-0055-AF0F-FDFC7C8B4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514B-2AF4-4D12-86F0-C2018D4C63D7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5E388C-F74B-F08A-7C90-C98A0127D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9B913B-8458-F56E-06B3-3C23B4D7C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6FAB8-48A7-414F-A578-58F0588E0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100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0D6D24-F163-7BE7-D8A8-28D85F115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2FE8F9-ABC6-2B93-8583-F5DEA59AD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80E53D-65ED-E6D0-7D62-61B388B4E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514B-2AF4-4D12-86F0-C2018D4C63D7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91BCE4-07B9-BAF2-CC8F-0577A59EF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E0D34A-71C4-97B6-AA8E-24DB230FF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6FAB8-48A7-414F-A578-58F0588E0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754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80F0E0-DDD9-3F43-3A5E-9284926D4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CF28E6-66A2-F484-CE7E-65EC470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8E6DDF-A9D4-39A0-F60F-2477B2E89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514B-2AF4-4D12-86F0-C2018D4C63D7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9C67F6-1257-A631-A7CA-EC9065034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A1F936-5A64-50D5-7F89-FB8EBF425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6FAB8-48A7-414F-A578-58F0588E0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294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135A2F-C293-D4DA-CCEC-8BA2DA49A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4FAC6B-C6D3-ACDD-CA8A-5E38DA1CD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9B5B35-AEFD-0A75-9984-DD9E294B72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FE80D2-1D82-8018-DEF4-DB8A420C1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514B-2AF4-4D12-86F0-C2018D4C63D7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190BCD-EF60-EF24-1185-F9C1E1EBA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2749A0-BD63-55C1-38DE-287F93C3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6FAB8-48A7-414F-A578-58F0588E0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015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F1BA20-0FA7-DDB3-2211-4652B7D68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6F4D16-CA30-145B-5664-343D2B7E9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A5B1FF-1067-F0DC-098A-2735AA2DE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454A78F-2262-AFB0-F47E-4395AAB7D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B271592-228B-DA36-3853-A22A9201BD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EDBBDB-C9D3-F37B-44A1-DF92B692D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514B-2AF4-4D12-86F0-C2018D4C63D7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D2948E1-D3A9-18E7-D83D-00499AF08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7C84FF5-C347-9387-55CE-6CBB44DE9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6FAB8-48A7-414F-A578-58F0588E0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92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9A2E84-BBDC-90E0-B7F7-ED0290A2C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89837F-D136-1BD2-6546-B9D92D06A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514B-2AF4-4D12-86F0-C2018D4C63D7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4BD4440-3685-8EAF-E076-D2A9926EA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7E84CC-A793-0AA3-0AEE-90B0F30E2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6FAB8-48A7-414F-A578-58F0588E0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957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D5A234F-F85F-B18E-2A8A-9B04B7528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514B-2AF4-4D12-86F0-C2018D4C63D7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F655079-8FC9-90AE-830A-321FDDEF1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1DFA19-1A52-860D-4FC8-E3065668D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6FAB8-48A7-414F-A578-58F0588E0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655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B11759-DD0E-BF82-846E-E9A0921E3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1CC726-2688-ED22-5085-D4A7749AC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AE3744-4F59-4FC8-3CFA-674EE8CE0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A13CFF-FE74-D46F-9345-C576D103C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514B-2AF4-4D12-86F0-C2018D4C63D7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FB113C-F4D9-BE42-C667-C96C4E26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BD4509-BF4F-9C6F-800C-B25E3A3C4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6FAB8-48A7-414F-A578-58F0588E0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7701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AB6F20-9130-A5A2-FF32-646D4424F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E694766-94DF-3F67-8577-7A259B9DAC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237764-FC52-EE46-EDBB-A52F9F30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A874E5-CFD9-0C8A-88C9-54EA47995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514B-2AF4-4D12-86F0-C2018D4C63D7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D06C37-6987-5255-5AB9-D6AAD5725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696D1C-8669-8E34-41B8-D4908BA4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6FAB8-48A7-414F-A578-58F0588E0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320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9E80A-A991-FC16-155B-1DF12C925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66EB26-1707-4B39-E412-C4756CADE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38BC7F-1E85-E547-387A-324494D10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514B-2AF4-4D12-86F0-C2018D4C63D7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2A9E63-3CB9-BC77-0D23-20C29C9DA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AC33B8-6A29-BC7D-5333-C80792294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6FAB8-48A7-414F-A578-58F0588E0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014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9776C2A-5F6B-5ACC-0474-DE0AB38C96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4651A0-005F-C698-21B2-0198EF291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1408F4-1D72-B2FD-A210-322B96A30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514B-2AF4-4D12-86F0-C2018D4C63D7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E5FF79-62E9-A7DF-1EB6-242C497BC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1D9B3D-FE89-645D-A0DF-E53279AD4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6FAB8-48A7-414F-A578-58F0588E0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070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DE5228-4B67-39A5-318B-C5E5729B2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993E12-F6E2-A6CE-8D57-902B70A20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EA02C4-A364-8B94-7893-DEBA9610E0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51514B-2AF4-4D12-86F0-C2018D4C63D7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4AD60-A296-FE22-1F83-D21FF06DF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6FCA93-22F3-3779-40C8-700C258D9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56FAB8-48A7-414F-A578-58F0588E0C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739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ED8B3-C6EF-8058-25BA-838279C123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Csv</a:t>
            </a:r>
            <a:r>
              <a:rPr lang="ko-KR" altLang="en-US" dirty="0"/>
              <a:t> 테이블생성 가이드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DADF4D0-CCC4-C407-E432-DCCFEE2AC7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8913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A1588-307E-F7FA-C8CA-E5AD28F2D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Dbeaver</a:t>
            </a:r>
            <a:r>
              <a:rPr lang="ko-KR" altLang="en-US" dirty="0"/>
              <a:t>의 </a:t>
            </a:r>
            <a:r>
              <a:rPr lang="en-US" altLang="ko-KR" dirty="0"/>
              <a:t>import data</a:t>
            </a:r>
            <a:r>
              <a:rPr lang="ko-KR" altLang="en-US" dirty="0"/>
              <a:t> 열기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E8E0632-CB78-BB3E-BC58-E848C50A6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83" y="1690688"/>
            <a:ext cx="3829584" cy="24006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D0953B-923D-573E-23DE-33A31B58549F}"/>
              </a:ext>
            </a:extLst>
          </p:cNvPr>
          <p:cNvSpPr txBox="1"/>
          <p:nvPr/>
        </p:nvSpPr>
        <p:spPr>
          <a:xfrm>
            <a:off x="302691" y="4520981"/>
            <a:ext cx="3712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활성화된 스키마의</a:t>
            </a:r>
            <a:r>
              <a:rPr lang="en-US" altLang="ko-KR" dirty="0"/>
              <a:t> </a:t>
            </a:r>
            <a:r>
              <a:rPr lang="ko-KR" altLang="en-US" dirty="0"/>
              <a:t>테이블을 선택</a:t>
            </a:r>
            <a:r>
              <a:rPr lang="en-US" altLang="ko-KR" dirty="0"/>
              <a:t>,</a:t>
            </a:r>
          </a:p>
          <a:p>
            <a:r>
              <a:rPr lang="ko-KR" altLang="en-US" dirty="0" err="1"/>
              <a:t>우클릭</a:t>
            </a:r>
            <a:r>
              <a:rPr lang="ko-KR" altLang="en-US" dirty="0"/>
              <a:t> 하여 </a:t>
            </a:r>
            <a:r>
              <a:rPr lang="en-US" altLang="ko-KR" dirty="0"/>
              <a:t>“import</a:t>
            </a:r>
            <a:r>
              <a:rPr lang="ko-KR" altLang="en-US" dirty="0"/>
              <a:t> </a:t>
            </a:r>
            <a:r>
              <a:rPr lang="en-US" altLang="ko-KR" dirty="0"/>
              <a:t>data”</a:t>
            </a:r>
            <a:r>
              <a:rPr lang="ko-KR" altLang="en-US" dirty="0"/>
              <a:t> 클릭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F4A177D-0148-6CBA-DE16-DF673C130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448" y="1524310"/>
            <a:ext cx="6845352" cy="44047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43705C-CDAB-9673-55C5-C52D2D3ADC7C}"/>
              </a:ext>
            </a:extLst>
          </p:cNvPr>
          <p:cNvSpPr txBox="1"/>
          <p:nvPr/>
        </p:nvSpPr>
        <p:spPr>
          <a:xfrm>
            <a:off x="4394045" y="6169709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오른쪽은 준비 화면</a:t>
            </a:r>
          </a:p>
        </p:txBody>
      </p:sp>
    </p:spTree>
    <p:extLst>
      <p:ext uri="{BB962C8B-B14F-4D97-AF65-F5344CB8AC3E}">
        <p14:creationId xmlns:p14="http://schemas.microsoft.com/office/powerpoint/2010/main" val="2623127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B6AA17-C835-A5B8-6E9F-D995555E4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2.Csv</a:t>
            </a:r>
            <a:r>
              <a:rPr lang="ko-KR" altLang="en-US" dirty="0"/>
              <a:t> 선택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6AA96F2-885B-DD49-3BE5-D7062F103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3" y="1635768"/>
            <a:ext cx="3202767" cy="22570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BE4F5A-C748-FD90-70AD-C063004EB8BC}"/>
              </a:ext>
            </a:extLst>
          </p:cNvPr>
          <p:cNvSpPr txBox="1"/>
          <p:nvPr/>
        </p:nvSpPr>
        <p:spPr>
          <a:xfrm>
            <a:off x="0" y="4093698"/>
            <a:ext cx="33041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Git</a:t>
            </a:r>
            <a:r>
              <a:rPr lang="ko-KR" altLang="en-US" dirty="0"/>
              <a:t>에 업데이트 해둔 </a:t>
            </a:r>
            <a:endParaRPr lang="en-US" altLang="ko-KR" dirty="0"/>
          </a:p>
          <a:p>
            <a:r>
              <a:rPr lang="en-US" altLang="ko-KR" dirty="0"/>
              <a:t>resource/database/</a:t>
            </a:r>
            <a:r>
              <a:rPr lang="en-US" altLang="ko-KR" dirty="0" err="1"/>
              <a:t>csvdata</a:t>
            </a:r>
            <a:endParaRPr lang="en-US" altLang="ko-KR" dirty="0"/>
          </a:p>
          <a:p>
            <a:r>
              <a:rPr lang="ko-KR" altLang="en-US" dirty="0"/>
              <a:t>폴더 내에 있는 </a:t>
            </a:r>
            <a:r>
              <a:rPr lang="en-US" altLang="ko-KR" dirty="0"/>
              <a:t>csv </a:t>
            </a:r>
            <a:r>
              <a:rPr lang="ko-KR" altLang="en-US" dirty="0"/>
              <a:t>파일 확인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2A94B4A-AC1D-42D9-EF19-88ED55FFB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915" y="1502708"/>
            <a:ext cx="8622747" cy="38525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58CF1A-EEB2-667A-A1C8-22EF7485B28E}"/>
              </a:ext>
            </a:extLst>
          </p:cNvPr>
          <p:cNvSpPr txBox="1"/>
          <p:nvPr/>
        </p:nvSpPr>
        <p:spPr>
          <a:xfrm>
            <a:off x="3924886" y="5584874"/>
            <a:ext cx="74373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Data</a:t>
            </a:r>
            <a:r>
              <a:rPr lang="ko-KR" altLang="en-US" dirty="0"/>
              <a:t> </a:t>
            </a:r>
            <a:r>
              <a:rPr lang="en-US" altLang="ko-KR" dirty="0" err="1"/>
              <a:t>Tranfer</a:t>
            </a:r>
            <a:r>
              <a:rPr lang="ko-KR" altLang="en-US" dirty="0"/>
              <a:t> 다이얼로그 박스의 </a:t>
            </a:r>
            <a:r>
              <a:rPr lang="en-US" altLang="ko-KR" dirty="0"/>
              <a:t>input</a:t>
            </a:r>
            <a:r>
              <a:rPr lang="ko-KR" altLang="en-US" dirty="0"/>
              <a:t> </a:t>
            </a:r>
            <a:r>
              <a:rPr lang="en-US" altLang="ko-KR" dirty="0"/>
              <a:t>files:</a:t>
            </a:r>
            <a:r>
              <a:rPr lang="ko-KR" altLang="en-US" dirty="0"/>
              <a:t> 의 </a:t>
            </a:r>
            <a:r>
              <a:rPr lang="en-US" altLang="ko-KR" dirty="0"/>
              <a:t>“Browse” </a:t>
            </a:r>
            <a:r>
              <a:rPr lang="ko-KR" altLang="en-US" dirty="0"/>
              <a:t>버튼 클릭 후 </a:t>
            </a:r>
            <a:endParaRPr lang="en-US" altLang="ko-KR" dirty="0"/>
          </a:p>
          <a:p>
            <a:r>
              <a:rPr lang="en-US" altLang="ko-KR" dirty="0"/>
              <a:t>Csv </a:t>
            </a:r>
            <a:r>
              <a:rPr lang="ko-KR" altLang="en-US" dirty="0"/>
              <a:t>선택</a:t>
            </a:r>
            <a:r>
              <a:rPr lang="en-US" altLang="ko-KR" dirty="0"/>
              <a:t>, importer</a:t>
            </a:r>
            <a:r>
              <a:rPr lang="ko-KR" altLang="en-US" dirty="0"/>
              <a:t> </a:t>
            </a:r>
            <a:r>
              <a:rPr lang="en-US" altLang="ko-KR" dirty="0"/>
              <a:t>settings</a:t>
            </a:r>
            <a:r>
              <a:rPr lang="ko-KR" altLang="en-US" dirty="0"/>
              <a:t>의 </a:t>
            </a:r>
            <a:r>
              <a:rPr lang="en-US" altLang="ko-KR" dirty="0"/>
              <a:t>Encoding </a:t>
            </a:r>
            <a:r>
              <a:rPr lang="ko-KR" altLang="en-US" dirty="0"/>
              <a:t>항목을 </a:t>
            </a:r>
            <a:r>
              <a:rPr lang="en-US" altLang="ko-KR" dirty="0"/>
              <a:t>EUC-KR</a:t>
            </a:r>
            <a:r>
              <a:rPr lang="ko-KR" altLang="en-US" dirty="0"/>
              <a:t>로 변경</a:t>
            </a:r>
          </a:p>
        </p:txBody>
      </p:sp>
    </p:spTree>
    <p:extLst>
      <p:ext uri="{BB962C8B-B14F-4D97-AF65-F5344CB8AC3E}">
        <p14:creationId xmlns:p14="http://schemas.microsoft.com/office/powerpoint/2010/main" val="1595799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E17934-3143-9723-ED9A-54F7396B8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모두 </a:t>
            </a:r>
            <a:r>
              <a:rPr lang="en-US" altLang="ko-KR" dirty="0"/>
              <a:t>next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8B5E59-AA85-7B0D-F1ED-B0F3E4D10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22" y="1947691"/>
            <a:ext cx="4255479" cy="451316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DE64BF8-EF1E-29F7-412A-1D18CB543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052" y="1638225"/>
            <a:ext cx="4276170" cy="462187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33F5E65-53CD-2C39-E27C-928C3B515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240" y="1437467"/>
            <a:ext cx="5821760" cy="45131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36AADF-602A-E0BB-48E7-A33E5D0150EF}"/>
              </a:ext>
            </a:extLst>
          </p:cNvPr>
          <p:cNvSpPr txBox="1"/>
          <p:nvPr/>
        </p:nvSpPr>
        <p:spPr>
          <a:xfrm>
            <a:off x="838200" y="1638225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번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14EE83-151A-BF2F-4E1B-81B9911B858C}"/>
              </a:ext>
            </a:extLst>
          </p:cNvPr>
          <p:cNvSpPr txBox="1"/>
          <p:nvPr/>
        </p:nvSpPr>
        <p:spPr>
          <a:xfrm>
            <a:off x="3377057" y="1252801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번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53065B-FDDE-F1E4-349B-54A955B704B7}"/>
              </a:ext>
            </a:extLst>
          </p:cNvPr>
          <p:cNvSpPr txBox="1"/>
          <p:nvPr/>
        </p:nvSpPr>
        <p:spPr>
          <a:xfrm>
            <a:off x="6596213" y="1027906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97591F-F04C-EF83-79D8-49A2FDBB0C7D}"/>
              </a:ext>
            </a:extLst>
          </p:cNvPr>
          <p:cNvSpPr txBox="1"/>
          <p:nvPr/>
        </p:nvSpPr>
        <p:spPr>
          <a:xfrm>
            <a:off x="7512448" y="6260097"/>
            <a:ext cx="420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마지막 </a:t>
            </a:r>
            <a:r>
              <a:rPr lang="ko-KR" altLang="en-US" dirty="0" err="1"/>
              <a:t>컨펌</a:t>
            </a:r>
            <a:r>
              <a:rPr lang="ko-KR" altLang="en-US" dirty="0"/>
              <a:t> 단계에서는</a:t>
            </a:r>
            <a:r>
              <a:rPr lang="en-US" altLang="ko-KR" dirty="0"/>
              <a:t> Proceed </a:t>
            </a:r>
            <a:r>
              <a:rPr lang="ko-KR" altLang="en-US" dirty="0"/>
              <a:t>진행</a:t>
            </a:r>
          </a:p>
        </p:txBody>
      </p:sp>
    </p:spTree>
    <p:extLst>
      <p:ext uri="{BB962C8B-B14F-4D97-AF65-F5344CB8AC3E}">
        <p14:creationId xmlns:p14="http://schemas.microsoft.com/office/powerpoint/2010/main" val="1811495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C3FEBA-4133-033A-D03F-BEF13769C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Dbeaver</a:t>
            </a:r>
            <a:r>
              <a:rPr lang="en-US" altLang="ko-KR" dirty="0"/>
              <a:t> </a:t>
            </a:r>
            <a:r>
              <a:rPr lang="ko-KR" altLang="en-US" dirty="0"/>
              <a:t>상의 </a:t>
            </a:r>
            <a:r>
              <a:rPr lang="en-US" altLang="ko-KR" dirty="0"/>
              <a:t>table </a:t>
            </a:r>
            <a:r>
              <a:rPr lang="ko-KR" altLang="en-US" dirty="0"/>
              <a:t>확인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0637A17-0DBD-57D0-7F64-492668A32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49" y="1690688"/>
            <a:ext cx="6470897" cy="50008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AA388C-F547-8A39-C71E-852C9CDD1C7B}"/>
              </a:ext>
            </a:extLst>
          </p:cNvPr>
          <p:cNvSpPr txBox="1"/>
          <p:nvPr/>
        </p:nvSpPr>
        <p:spPr>
          <a:xfrm>
            <a:off x="7200046" y="6045235"/>
            <a:ext cx="3825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테이블 데이터가 나오는지 확인 후 </a:t>
            </a:r>
            <a:endParaRPr lang="en-US" altLang="ko-KR" dirty="0"/>
          </a:p>
          <a:p>
            <a:r>
              <a:rPr lang="ko-KR" altLang="en-US" dirty="0"/>
              <a:t>나머지 </a:t>
            </a:r>
            <a:r>
              <a:rPr lang="en-US" altLang="ko-KR" dirty="0"/>
              <a:t>csv</a:t>
            </a:r>
            <a:r>
              <a:rPr lang="ko-KR" altLang="en-US" dirty="0"/>
              <a:t>도 같은 작업 진행 </a:t>
            </a:r>
          </a:p>
        </p:txBody>
      </p:sp>
    </p:spTree>
    <p:extLst>
      <p:ext uri="{BB962C8B-B14F-4D97-AF65-F5344CB8AC3E}">
        <p14:creationId xmlns:p14="http://schemas.microsoft.com/office/powerpoint/2010/main" val="2370815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99</Words>
  <Application>Microsoft Office PowerPoint</Application>
  <PresentationFormat>와이드스크린</PresentationFormat>
  <Paragraphs>19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Csv 테이블생성 가이드</vt:lpstr>
      <vt:lpstr>1. Dbeaver의 import data 열기</vt:lpstr>
      <vt:lpstr>2.Csv 선택</vt:lpstr>
      <vt:lpstr>3. 모두 next</vt:lpstr>
      <vt:lpstr>Dbeaver 상의 table 확인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재현 정</dc:creator>
  <cp:lastModifiedBy>재현 정</cp:lastModifiedBy>
  <cp:revision>1</cp:revision>
  <dcterms:created xsi:type="dcterms:W3CDTF">2025-11-13T06:39:12Z</dcterms:created>
  <dcterms:modified xsi:type="dcterms:W3CDTF">2025-11-13T06:49:59Z</dcterms:modified>
</cp:coreProperties>
</file>